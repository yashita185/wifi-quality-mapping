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548640"/>
            <a:ext cx="2286000" cy="2286000"/>
          </a:xfrm>
          <a:prstGeom prst="ellipse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554480" cy="1554480"/>
          </a:xfrm>
          <a:prstGeom prst="ellipse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3200400"/>
            <a:ext cx="1188720" cy="1188720"/>
          </a:xfrm>
          <a:prstGeom prst="ellipse">
            <a:avLst/>
          </a:prstGeom>
          <a:solidFill>
            <a:srgbClr val="28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13232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1">
                <a:solidFill>
                  <a:srgbClr val="37BECD"/>
                </a:solidFill>
                <a:latin typeface="Aptos"/>
              </a:rPr>
              <a:t>BCSE308P • COMPUTER NETWORKS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80960" cy="12344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Wi-Fi Quality Mapping
&amp; Dead-Zone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6400800" cy="8229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DCE6F5"/>
                </a:solidFill>
                <a:latin typeface="Aptos"/>
              </a:rPr>
              <a:t>A dashboard-based approach to visualize signal quality,
compare locations, and identify weak-signal areas.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640080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400" b="1">
                <a:solidFill>
                  <a:srgbClr val="37BECD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040880" cy="1031051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defRPr sz="1100" b="1">
                <a:solidFill>
                  <a:srgbClr val="37BECD"/>
                </a:solidFill>
                <a:latin typeface="Aptos"/>
              </a:defRPr>
            </a:pPr>
            <a:r>
              <a:rPr sz="1600" dirty="0"/>
              <a:t>TEAM MEMBERS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Yashita </a:t>
            </a:r>
            <a:r>
              <a:rPr sz="1600" dirty="0" err="1"/>
              <a:t>Kushwah</a:t>
            </a:r>
            <a:r>
              <a:rPr sz="1600" dirty="0"/>
              <a:t> — 24BCE2473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Ishita Duggal — 24BCE2502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Yashika </a:t>
            </a:r>
            <a:r>
              <a:rPr sz="1600" dirty="0" err="1"/>
              <a:t>Kushwah</a:t>
            </a:r>
            <a:r>
              <a:rPr sz="1600" dirty="0"/>
              <a:t> — 24BDS0364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7040880" cy="2923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defRPr sz="12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Faculty: Dr. SREETHAR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01</a:t>
            </a:r>
          </a:p>
        </p:txBody>
      </p:sp>
      <p:pic>
        <p:nvPicPr>
          <p:cNvPr id="13" name="Picture 12" descr="image(20261026-16022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4754880" cy="13132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01 •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82495"/>
            <a:ext cx="3154679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Measure &amp; organize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66543"/>
            <a:ext cx="3154679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Work with Wi-Fi measurement data and summarize signal-quality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682495"/>
            <a:ext cx="3154679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Visualize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66543"/>
            <a:ext cx="3154679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Present signal strength and quality through clear dashboard charts and 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682495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Diagnose weak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066543"/>
            <a:ext cx="306324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Use configurable signal thresholds to flag locations that may need attention.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698480" cy="10058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2100" b="1">
                <a:solidFill>
                  <a:srgbClr val="142643"/>
                </a:solidFill>
                <a:latin typeface="Aptos"/>
              </a:rPr>
              <a:t>Goal: make Wi-Fi quality easier to interpret so users can identify areas for further measurement or network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02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839" y="1508760"/>
            <a:ext cx="6400800" cy="4389120"/>
          </a:xfrm>
          <a:prstGeom prst="rect">
            <a:avLst/>
          </a:prstGeom>
          <a:noFill/>
        </p:spPr>
        <p:txBody>
          <a:bodyPr wrap="square" lIns="109728" tIns="54864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Wi-Fi quality can vary significantly from one location to another.</a:t>
            </a:r>
          </a:p>
          <a:p>
            <a:pPr>
              <a:spcAft>
                <a:spcPts val="8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Walls, distance, interference, and access-point placement can contribute to weaker signals.</a:t>
            </a:r>
          </a:p>
          <a:p>
            <a:pPr>
              <a:spcAft>
                <a:spcPts val="8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Raw measurements are difficult to compare without a consistent visual summary.</a:t>
            </a:r>
          </a:p>
          <a:p>
            <a:pPr>
              <a:spcAft>
                <a:spcPts val="8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A dashboard brings measurements, location comparisons, and diagnostic views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3840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1728216"/>
            <a:ext cx="35204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37BECD"/>
                </a:solidFill>
                <a:latin typeface="Aptos"/>
              </a:rPr>
              <a:t>What the project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112264"/>
            <a:ext cx="3520440" cy="127727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• Data-driven visual analysis
• Location-level comparison
• Quality distribution views
• Threshold-based diagnostics
• Screenshots and test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03 •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2643"/>
                </a:solidFill>
                <a:latin typeface="Aptos"/>
              </a:rPr>
              <a:t>Without a structured view of Wi-Fi measurements, it is difficult to spot weak-signal locations, compare quality across areas, and communicate findings clearly.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282696"/>
            <a:ext cx="301752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Challenge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666744"/>
            <a:ext cx="301752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Measurements may be scattered across files or 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546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3282696"/>
            <a:ext cx="301752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Challenge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666744"/>
            <a:ext cx="301752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Weak coverage can be overlooked in raw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1546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3282696"/>
            <a:ext cx="301752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Challenge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666744"/>
            <a:ext cx="301752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Results need a repeatable, explainable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04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Scope &amp;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50392" y="1636776"/>
            <a:ext cx="31089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20824"/>
            <a:ext cx="310896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Central place to review the project's Wi-Fi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636776"/>
            <a:ext cx="31089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Signal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020824"/>
            <a:ext cx="310896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Visualize measured signal levels across available observations.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1636776"/>
            <a:ext cx="31089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Location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020824"/>
            <a:ext cx="310896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Compare measured quality between locations.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694176"/>
            <a:ext cx="31089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37BECD"/>
                </a:solidFill>
                <a:latin typeface="Aptos"/>
              </a:rPr>
              <a:t>Quality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78224"/>
            <a:ext cx="310896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Understand how observations are distributed across quality levels</a:t>
            </a:r>
            <a:r>
              <a:rPr sz="1200" b="0" dirty="0">
                <a:solidFill>
                  <a:srgbClr val="243041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66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5152" y="3694176"/>
            <a:ext cx="31089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C34950"/>
                </a:solidFill>
                <a:latin typeface="Aptos"/>
              </a:rPr>
              <a:t>Dead-zone diagnostics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078224"/>
            <a:ext cx="310896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Highlight weak-signal cases against a chosen threshold.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566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9912" y="3694176"/>
            <a:ext cx="31089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Supporting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4078224"/>
            <a:ext cx="310896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Data validation, analysis, visualization, and report generation scripts.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05 •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057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121408"/>
            <a:ext cx="1911095" cy="7315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142643"/>
                </a:solidFill>
                <a:latin typeface="Aptos"/>
              </a:rPr>
              <a:t>Wi-Fi data
(CSV / measurements)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11680"/>
            <a:ext cx="2057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2121408"/>
            <a:ext cx="1911095" cy="7315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142643"/>
                </a:solidFill>
                <a:latin typeface="Aptos"/>
              </a:rPr>
              <a:t>Validation &amp;
preprocessing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011680"/>
            <a:ext cx="2057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9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72" y="2121408"/>
            <a:ext cx="1911095" cy="7315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142643"/>
                </a:solidFill>
                <a:latin typeface="Aptos"/>
              </a:rPr>
              <a:t>Analysis core &amp;
diagnostics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11680"/>
            <a:ext cx="26517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2121408"/>
            <a:ext cx="2505456" cy="7315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142643"/>
                </a:solidFill>
                <a:latin typeface="Aptos"/>
              </a:rPr>
              <a:t>Streamlit dashboard
&amp; visual outputs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16352" y="2267712"/>
            <a:ext cx="347472" cy="320040"/>
          </a:xfrm>
          <a:prstGeom prst="rightArrow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330952" y="2267712"/>
            <a:ext cx="347472" cy="320040"/>
          </a:xfrm>
          <a:prstGeom prst="rightArrow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845552" y="2267712"/>
            <a:ext cx="347472" cy="320040"/>
          </a:xfrm>
          <a:prstGeom prst="rightArrow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241280" cy="9144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900" b="0">
                <a:solidFill>
                  <a:srgbClr val="243041"/>
                </a:solidFill>
                <a:latin typeface="Aptos"/>
              </a:rPr>
              <a:t>Flow: load observations → validate and prepare data → analyze signal quality and thresholds → display insights for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06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Data &amp; Analysis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0371"/>
            <a:ext cx="6492240" cy="4480560"/>
          </a:xfrm>
          <a:prstGeom prst="rect">
            <a:avLst/>
          </a:prstGeom>
          <a:noFill/>
        </p:spPr>
        <p:txBody>
          <a:bodyPr wrap="square" lIns="109728" tIns="54864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Measurement and summary data are stored in CSV files in the data/ folder.</a:t>
            </a:r>
          </a:p>
          <a:p>
            <a:pPr>
              <a:spcAft>
                <a:spcPts val="8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Validation utilities help check whether input data is usable.</a:t>
            </a:r>
          </a:p>
          <a:p>
            <a:pPr>
              <a:spcAft>
                <a:spcPts val="8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The analysis core organizes observations for the dashboard and diagnostic views.</a:t>
            </a:r>
          </a:p>
          <a:p>
            <a:pPr>
              <a:spcAft>
                <a:spcPts val="8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Threshold-based checks compare signal values with a selected cutoff.</a:t>
            </a:r>
          </a:p>
          <a:p>
            <a:pPr>
              <a:spcAft>
                <a:spcPts val="8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Visualizations summarize coverage, location performance, and quality distribution.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9164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1" y="1819656"/>
            <a:ext cx="33375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Interpretation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2203704"/>
            <a:ext cx="3337560" cy="1523494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Signal thresholds are diagnostic settings, not a universal guarantee of connectivity. Actual user experience also depends on interference, throughput, latency, and device conditions</a:t>
            </a:r>
            <a:r>
              <a:rPr sz="1200" b="0" dirty="0">
                <a:solidFill>
                  <a:srgbClr val="24304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07 • CORE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Dead-Zone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73936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57984"/>
            <a:ext cx="306324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Measured signal values and a selected signal-strength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73936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57984"/>
            <a:ext cx="306324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Compare observations with the threshold to flag weak-signal candidates.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45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773936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157984"/>
            <a:ext cx="306324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A diagnostic view that helps users inspect locations needing further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241280" cy="7315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142643"/>
                </a:solidFill>
                <a:latin typeface="Aptos"/>
              </a:rPr>
              <a:t>Example thresholds shown in the project screenshots: −58 dBm and −80 dBm.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10058400" cy="6858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500" b="0">
                <a:solidFill>
                  <a:srgbClr val="5F7084"/>
                </a:solidFill>
                <a:latin typeface="Aptos"/>
              </a:rPr>
              <a:t>The threshold changes the classification of weak-signal observations; it does not itself change the Wi-Fi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lang="en-IN" sz="1000" b="1" dirty="0">
                <a:solidFill>
                  <a:srgbClr val="2962B4"/>
                </a:solidFill>
                <a:latin typeface="Aptos"/>
              </a:rPr>
              <a:t>08 • IMPLEMENTATION  </a:t>
            </a:r>
          </a:p>
          <a:p>
            <a:r>
              <a:rPr lang="en-IN" sz="2800" b="1" dirty="0"/>
              <a:t>Dashboard</a:t>
            </a:r>
          </a:p>
          <a:p>
            <a:pPr algn="l"/>
            <a:endParaRPr sz="1000" b="1" dirty="0">
              <a:solidFill>
                <a:srgbClr val="2962B4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006" y="897622"/>
            <a:ext cx="10702674" cy="5100506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16" y="1362225"/>
            <a:ext cx="8849854" cy="4316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BA8EB-13F8-01D9-89C3-6623DCF2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29F93-51CA-89BE-CFA7-FADDD2E23991}"/>
              </a:ext>
            </a:extLst>
          </p:cNvPr>
          <p:cNvSpPr txBox="1"/>
          <p:nvPr/>
        </p:nvSpPr>
        <p:spPr>
          <a:xfrm>
            <a:off x="594360" y="256032"/>
            <a:ext cx="10972800" cy="78483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lang="en-IN" sz="1000" b="1" dirty="0">
                <a:solidFill>
                  <a:srgbClr val="2962B4"/>
                </a:solidFill>
                <a:latin typeface="Aptos"/>
              </a:rPr>
              <a:t>08 • IMPLEMENTATION  </a:t>
            </a:r>
          </a:p>
          <a:p>
            <a:r>
              <a:rPr lang="en-IN" sz="2800" b="1" dirty="0"/>
              <a:t>Wi-Fi Measurement Collection Interface</a:t>
            </a:r>
          </a:p>
          <a:p>
            <a:pPr algn="l"/>
            <a:endParaRPr sz="1000" b="1" dirty="0">
              <a:solidFill>
                <a:srgbClr val="2962B4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F2F82-0E2C-C62E-B2DB-4B1774B68572}"/>
              </a:ext>
            </a:extLst>
          </p:cNvPr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D6C84-BFC3-EBB3-D23B-1C3BBD56A0DA}"/>
              </a:ext>
            </a:extLst>
          </p:cNvPr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C25CDC-0606-69FF-FF3A-928336396187}"/>
              </a:ext>
            </a:extLst>
          </p:cNvPr>
          <p:cNvSpPr/>
          <p:nvPr/>
        </p:nvSpPr>
        <p:spPr>
          <a:xfrm>
            <a:off x="464875" y="878746"/>
            <a:ext cx="10702674" cy="5100506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DEF06-2255-00D3-D079-020FFC5D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51" y="1138990"/>
            <a:ext cx="9512122" cy="45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1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09 •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 dirty="0">
                <a:solidFill>
                  <a:srgbClr val="142643"/>
                </a:solidFill>
                <a:latin typeface="Aptos"/>
              </a:rPr>
              <a:t>Coverage &amp; Location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754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F7084"/>
                </a:solidFill>
                <a:latin typeface="Aptos"/>
              </a:rPr>
              <a:t>Use these views to compare where signal is stronger or weaker and where additional measurements may help.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04" y="1993392"/>
            <a:ext cx="4060271" cy="279051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48" y="2039111"/>
            <a:ext cx="3679663" cy="27797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10 •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Wi-Fi Quality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241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758" y="2044758"/>
            <a:ext cx="7315200" cy="2494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11 • DIAGNOSTIC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Threshold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937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754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24128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5F7084"/>
                </a:solidFill>
                <a:latin typeface="Aptos"/>
              </a:rPr>
              <a:t>Different cutoffs produce different diagnostic classifications; select thresholds appropriate to the use case.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68" y="1924128"/>
            <a:ext cx="4303021" cy="255254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3" y="2033679"/>
            <a:ext cx="4279394" cy="24497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12 •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Testing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773936"/>
            <a:ext cx="28803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2880360" cy="2923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4 tests executed with </a:t>
            </a:r>
            <a:r>
              <a:rPr sz="1600" b="0" dirty="0" err="1">
                <a:solidFill>
                  <a:srgbClr val="243041"/>
                </a:solidFill>
                <a:latin typeface="Aptos"/>
              </a:rPr>
              <a:t>pytest</a:t>
            </a:r>
            <a:r>
              <a:rPr sz="1600" b="0" dirty="0">
                <a:solidFill>
                  <a:srgbClr val="243041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773936"/>
            <a:ext cx="28803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Recorded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157984"/>
            <a:ext cx="2880360" cy="2923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lang="en-IN" sz="1600" b="0" dirty="0">
                <a:solidFill>
                  <a:srgbClr val="243041"/>
                </a:solidFill>
                <a:latin typeface="Aptos"/>
              </a:rPr>
              <a:t>4 passed • 0 failed.</a:t>
            </a:r>
            <a:endParaRPr sz="1600" b="0" dirty="0">
              <a:solidFill>
                <a:srgbClr val="24304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773936"/>
            <a:ext cx="288036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Manual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57984"/>
            <a:ext cx="2880360" cy="538609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243041"/>
                </a:solidFill>
                <a:latin typeface="Aptos"/>
              </a:rPr>
              <a:t>Streamlit</a:t>
            </a:r>
            <a:r>
              <a:rPr sz="1600" b="0" dirty="0">
                <a:solidFill>
                  <a:srgbClr val="243041"/>
                </a:solidFill>
                <a:latin typeface="Aptos"/>
              </a:rPr>
              <a:t> dashboard launched and views were checked.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46220"/>
            <a:ext cx="10241280" cy="7772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2100" b="1">
                <a:solidFill>
                  <a:srgbClr val="142643"/>
                </a:solidFill>
                <a:latin typeface="Aptos"/>
              </a:rPr>
              <a:t>Test command:  py -m pytest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13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Technology Stack &amp;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682495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962B4"/>
                </a:solidFill>
                <a:latin typeface="Aptos"/>
              </a:rPr>
              <a:t>Language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66543"/>
            <a:ext cx="3063240" cy="2923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Python • </a:t>
            </a:r>
            <a:r>
              <a:rPr sz="1600" b="0" dirty="0" err="1">
                <a:solidFill>
                  <a:srgbClr val="243041"/>
                </a:solidFill>
                <a:latin typeface="Aptos"/>
              </a:rPr>
              <a:t>Streamlit</a:t>
            </a:r>
            <a:endParaRPr sz="1600" b="0" dirty="0">
              <a:solidFill>
                <a:srgbClr val="24304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682495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Data &amp;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66543"/>
            <a:ext cx="3063240" cy="2923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CSV files • </a:t>
            </a:r>
            <a:r>
              <a:rPr sz="1600" b="0" dirty="0" err="1">
                <a:solidFill>
                  <a:srgbClr val="243041"/>
                </a:solidFill>
                <a:latin typeface="Aptos"/>
              </a:rPr>
              <a:t>pytest</a:t>
            </a:r>
            <a:endParaRPr sz="1600" b="0" dirty="0">
              <a:solidFill>
                <a:srgbClr val="24304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100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682495"/>
            <a:ext cx="30632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Project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066543"/>
            <a:ext cx="3063240" cy="477054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400" b="0" dirty="0">
                <a:solidFill>
                  <a:srgbClr val="243041"/>
                </a:solidFill>
                <a:latin typeface="Aptos"/>
              </a:rPr>
              <a:t>README • requirements • screenshots • config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962B4"/>
                </a:solidFill>
                <a:latin typeface="Aptos"/>
              </a:rPr>
              <a:t>14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42643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05840" cy="50292"/>
          </a:xfrm>
          <a:prstGeom prst="rect">
            <a:avLst/>
          </a:prstGeom>
          <a:solidFill>
            <a:srgbClr val="3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682495"/>
            <a:ext cx="46634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EF9940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66543"/>
            <a:ext cx="4663440" cy="1523494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• Results depend on the quality and coverage of input measurements.
• Threshold flags are indicators, not definitive proof of a dead zone.
• A broader real-world survey would improve coverage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682495"/>
            <a:ext cx="4663440" cy="353943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289673"/>
                </a:solidFill>
                <a:latin typeface="Aptos"/>
              </a:rP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066543"/>
            <a:ext cx="4663440" cy="1523494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243041"/>
                </a:solidFill>
                <a:latin typeface="Aptos"/>
              </a:rPr>
              <a:t>• Add more measurement locations and repeated samples.
• Add live or guided Wi-Fi data collection.
• Include signal trends over time and more network metrics.
• Improve maps and exportable diagnostic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200" b="1">
                <a:solidFill>
                  <a:srgbClr val="37BECD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241280" cy="9144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Turning Wi-Fi measurements into actionable visual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875520" cy="2194560"/>
          </a:xfrm>
          <a:prstGeom prst="rect">
            <a:avLst/>
          </a:prstGeom>
          <a:noFill/>
        </p:spPr>
        <p:txBody>
          <a:bodyPr wrap="square" lIns="109728" tIns="54864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The dashboard organizes and visualizes Wi-Fi quality observations.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Location comparisons and threshold-based diagnostics help identify weak-signal candidates.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Source code, documentation, screenshots, and tests are available in the public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24128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37BECD"/>
                </a:solidFill>
                <a:latin typeface="Aptos"/>
              </a:rPr>
              <a:t>Thank you •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961120" cy="1828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900" b="0">
                <a:solidFill>
                  <a:srgbClr val="5F7084"/>
                </a:solidFill>
                <a:latin typeface="Aptos"/>
              </a:rPr>
              <a:t>BCSE308P • Computer Networks Lab • Wi-Fi Quality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900" b="0">
                <a:solidFill>
                  <a:srgbClr val="5F7084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996</Words>
  <Application>Microsoft Office PowerPoint</Application>
  <PresentationFormat>Widescreen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ishita duggal</dc:creator>
  <cp:keywords/>
  <dc:description>generated using python-pptx</dc:description>
  <cp:lastModifiedBy>ishita duggal</cp:lastModifiedBy>
  <cp:revision>4</cp:revision>
  <dcterms:created xsi:type="dcterms:W3CDTF">2013-01-27T09:14:16Z</dcterms:created>
  <dcterms:modified xsi:type="dcterms:W3CDTF">2026-10-26T16:43:41Z</dcterms:modified>
  <cp:category/>
</cp:coreProperties>
</file>